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Offer 决策复盘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面向家人或老板的Offer 决策复盘汇报。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主题：Offer 决策复盘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Offer 决策复盘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