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租房维权汇报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面向家人或老板的租房维权汇报汇报。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主题：租房维权汇报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租房维权汇报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