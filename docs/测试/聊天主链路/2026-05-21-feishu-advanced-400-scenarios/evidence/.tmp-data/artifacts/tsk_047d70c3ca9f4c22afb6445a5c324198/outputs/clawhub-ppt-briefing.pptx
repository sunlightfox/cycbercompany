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养老院选择复盘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面向家人或老板的养老院选择复盘汇报。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主题：养老院选择复盘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养老院选择复盘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