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投放复盘汇报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面向客户或老板的5页PPT汇报，用于回顾投放表现、总结关键结果并沉淀优化方向。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主题：投放复盘复盘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投放复盘复盘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