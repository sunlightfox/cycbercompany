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闲鱼副业复盘汇报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面向客户或老板的 5 页 PPT 汇报，围绕闲鱼副业的阶段成果、运营动作、问题复盘、经验沉淀与后续优化方向展开。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主题：闲鱼副业复盘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闲鱼副业复盘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