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线上课程复盘汇报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用于向客户或管理层汇报线上课程执行情况、效果表现、问题总结与后续优化方向的5页PPT。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主题：线上课程复盘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线上课程复盘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