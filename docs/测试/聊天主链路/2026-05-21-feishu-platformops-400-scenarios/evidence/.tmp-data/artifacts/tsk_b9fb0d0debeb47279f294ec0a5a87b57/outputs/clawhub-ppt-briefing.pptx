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达人合作复盘汇报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面向客户或老板的5页PPT汇报，围绕达人合作项目进行复盘总结。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主题：达人合作复盘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达人合作复盘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