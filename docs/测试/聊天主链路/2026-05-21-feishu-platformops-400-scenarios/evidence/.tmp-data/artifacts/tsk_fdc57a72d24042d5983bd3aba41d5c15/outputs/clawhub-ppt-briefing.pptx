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小红书种草复盘汇报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用于客户或管理层汇报的 5 页 PPT，围绕小红书种草项目进行阶段性复盘，梳理投放目标、内容表现、达人与笔记效果、关键数据洞察及后续优化建议。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主题：小红书种草复盘</a:t>
            </a:r>
          </a:p>
          <a:p>
            <a:pPr/>
            <a:r>
              <a:rPr sz="2000"/>
              <a:t>对象：客户或老板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小红书种草复盘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