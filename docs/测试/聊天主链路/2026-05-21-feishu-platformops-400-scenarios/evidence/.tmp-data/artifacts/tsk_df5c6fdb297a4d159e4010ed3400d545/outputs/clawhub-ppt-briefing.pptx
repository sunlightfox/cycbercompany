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素材授权复盘汇报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面向客户或管理层的 5 页 PPT 汇报，围绕素材授权情况进行复盘，总结授权背景、执行过程、关键问题、风险与改进建议。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主题：素材授权复盘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素材授权复盘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