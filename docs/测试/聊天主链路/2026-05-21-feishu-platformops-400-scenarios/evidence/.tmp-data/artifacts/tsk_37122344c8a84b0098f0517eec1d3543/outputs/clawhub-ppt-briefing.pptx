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知识付费复盘汇报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面向客户或管理层的5页PPT汇报，围绕知识付费项目的整体表现、关键数据、经验沉淀、问题复盘与后续优化方向进行总结。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主题：知识付费复盘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知识付费复盘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