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店铺订单复盘汇报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一份面向客户或老板的 5 页 PPT，用于复盘店铺订单表现，梳理核心数据、问题与后续优化方向。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主题：店铺订单复盘</a:t>
            </a:r>
          </a:p>
          <a:p>
            <a:pPr/>
            <a:r>
              <a:rPr sz="2000"/>
              <a:t>对象：客户或老板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店铺订单复盘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