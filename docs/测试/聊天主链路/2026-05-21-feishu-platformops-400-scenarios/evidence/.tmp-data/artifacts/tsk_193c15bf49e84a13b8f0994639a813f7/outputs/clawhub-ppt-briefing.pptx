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客户对账复盘汇报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用于向客户或管理层汇报客户对账工作的复盘情况，涵盖对账背景、执行过程、差异问题、处理结果及后续优化建议。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背景与目标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主题：客户对账复盘</a:t>
            </a:r>
          </a:p>
          <a:p>
            <a:pPr/>
            <a:r>
              <a:rPr sz="2000"/>
              <a:t>对象：客户或老板</a:t>
            </a:r>
          </a:p>
          <a:p>
            <a:pPr/>
            <a:r>
              <a:rPr sz="2000"/>
              <a:t>明确决策问题和成功标准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关键进展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客户对账复盘 的阶段性进展</a:t>
            </a:r>
          </a:p>
          <a:p>
            <a:pPr/>
            <a:r>
              <a:rPr sz="2000"/>
              <a:t>当前状态</a:t>
            </a:r>
          </a:p>
          <a:p>
            <a:pPr/>
            <a:r>
              <a:rPr sz="2000"/>
              <a:t>关键数据与证据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数据与洞察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核心指标变化</a:t>
            </a:r>
          </a:p>
          <a:p>
            <a:pPr/>
            <a:r>
              <a:rPr sz="2000"/>
              <a:t>主要原因</a:t>
            </a:r>
          </a:p>
          <a:p>
            <a:pPr/>
            <a:r>
              <a:rPr sz="2000"/>
              <a:t>值得关注的信号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风险与下一步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主要风险</a:t>
            </a:r>
          </a:p>
          <a:p>
            <a:pPr/>
            <a:r>
              <a:rPr sz="2000"/>
              <a:t>缓解动作</a:t>
            </a:r>
          </a:p>
          <a:p>
            <a:pPr/>
            <a:r>
              <a:rPr sz="2000"/>
              <a:t>负责人和时间点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