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公众号转载复盘汇报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 5 页 PPT 汇报，围绕公众号转载情况进行复盘，梳理转载表现、传播效果、经验问题与后续优化方向。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主题：公众号转载复盘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公众号转载复盘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