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社群团购复盘汇报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用于面向客户或老板汇报的 5 页 PPT，围绕社群团购项目进行阶段性复盘，梳理执行情况、关键数据、问题总结与后续优化方向。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主题：社群团购复盘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社群团购复盘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