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内容排期复盘汇报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用于向客户或管理层汇报内容排期执行情况、效果表现、问题复盘与后续优化建议的 5 页 PPT。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主题：内容排期复盘</a:t>
            </a:r>
          </a:p>
          <a:p>
            <a:pPr/>
            <a:r>
              <a:rPr sz="2000"/>
              <a:t>对象：客户或老板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内容排期复盘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