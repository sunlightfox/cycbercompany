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跨境电商复盘汇报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面向客户或老板的5页跨境电商复盘PPT，聚焦阶段性业务表现、关键问题、经验总结与后续优化方向。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主题：跨境电商复盘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跨境电商复盘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