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独立站订单复盘汇报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面向客户或老板的 5 页 PPT 汇报，用于复盘独立站订单表现，梳理订单数据、关键问题、原因分析、优化措施与后续行动计划。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主题：独立站订单复盘</a:t>
            </a:r>
          </a:p>
          <a:p>
            <a:pPr/>
            <a:r>
              <a:rPr sz="2000"/>
              <a:t>对象：客户或老板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独立站订单复盘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