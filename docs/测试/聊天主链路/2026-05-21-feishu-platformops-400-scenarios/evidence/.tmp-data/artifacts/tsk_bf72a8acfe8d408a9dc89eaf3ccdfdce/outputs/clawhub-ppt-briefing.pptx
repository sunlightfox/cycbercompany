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播客节目复盘汇报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面向客户或管理层的 5 页播客节目复盘 PPT，用于总结节目表现、内容亮点、传播效果、问题洞察与后续优化方向。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主题：播客节目复盘</a:t>
            </a:r>
          </a:p>
          <a:p>
            <a:pPr/>
            <a:r>
              <a:rPr sz="2000"/>
              <a:t>对象：客户或老板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播客节目复盘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