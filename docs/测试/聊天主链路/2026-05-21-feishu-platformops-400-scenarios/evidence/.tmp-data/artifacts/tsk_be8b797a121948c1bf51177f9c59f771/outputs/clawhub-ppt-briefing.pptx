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社群活动复盘汇报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用于向客户或管理层汇报社群活动执行情况、效果表现、经验总结与后续优化方向的 5 页 PPT。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主题：社群活动复盘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社群活动复盘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