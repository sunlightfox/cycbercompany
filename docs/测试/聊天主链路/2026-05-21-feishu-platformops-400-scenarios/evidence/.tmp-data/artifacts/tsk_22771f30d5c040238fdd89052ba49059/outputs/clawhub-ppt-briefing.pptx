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直播间运营复盘汇报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面向客户或管理层的 5 页直播间运营复盘 PPT，用于梳理直播表现、关键数据、问题总结与后续优化方向。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主题：直播间运营复盘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直播间运营复盘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