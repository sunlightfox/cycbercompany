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售后话术复盘汇报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围绕售后沟通场景，对话术使用情况、客户反馈、问题表现及优化方向进行复盘，适用于面向客户或管理层的汇报。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主题：售后话术复盘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售后话术复盘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