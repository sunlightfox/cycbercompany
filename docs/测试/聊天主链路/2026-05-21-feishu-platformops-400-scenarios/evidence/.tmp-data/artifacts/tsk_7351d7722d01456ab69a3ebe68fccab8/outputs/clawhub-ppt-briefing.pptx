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电商店铺复盘汇报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用于向客户或老板汇报电商店铺阶段性经营表现、关键问题与后续优化方向的 5 页 PPT。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主题：电商店铺复盘</a:t>
            </a:r>
          </a:p>
          <a:p>
            <a:pPr/>
            <a:r>
              <a:rPr sz="2000"/>
              <a:t>对象：客户或老板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电商店铺复盘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