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短视频账号复盘汇报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面向客户或老板的短视频账号复盘 PPT，用于梳理账号阶段表现、内容运营情况、问题洞察与后续优化方向。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主题：短视频账号复盘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短视频账号复盘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