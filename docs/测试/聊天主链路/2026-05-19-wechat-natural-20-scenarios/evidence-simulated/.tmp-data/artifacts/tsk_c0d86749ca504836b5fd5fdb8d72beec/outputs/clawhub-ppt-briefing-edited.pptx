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{title}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{summary}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概览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{title}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补充说明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same task edit for ClawHub PPT Edit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