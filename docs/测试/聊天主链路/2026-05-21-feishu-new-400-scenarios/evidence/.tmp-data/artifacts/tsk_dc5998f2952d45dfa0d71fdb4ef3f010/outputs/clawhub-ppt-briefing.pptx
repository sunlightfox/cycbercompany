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旅行计划汇报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面向非技术读者的旅行计划汇报汇报。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主题：旅行计划汇报</a:t>
            </a:r>
          </a:p>
          <a:p>
            <a:pPr/>
            <a:r>
              <a:rPr sz="2000"/>
              <a:t>对象：非技术读者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旅行计划汇报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