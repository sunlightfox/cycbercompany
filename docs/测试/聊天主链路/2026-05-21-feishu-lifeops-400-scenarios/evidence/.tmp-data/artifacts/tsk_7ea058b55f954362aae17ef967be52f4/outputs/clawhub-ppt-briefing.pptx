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跨城搬家清单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面向家人或老板的跨城搬家清单汇报。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主题：跨城搬家清单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跨城搬家清单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