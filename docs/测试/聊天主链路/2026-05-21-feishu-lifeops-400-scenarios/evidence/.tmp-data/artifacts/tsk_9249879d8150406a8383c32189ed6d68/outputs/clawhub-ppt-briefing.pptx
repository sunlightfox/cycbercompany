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孩子升学材料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面向家人或老板的孩子升学材料汇报。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主题：孩子升学材料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孩子升学材料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