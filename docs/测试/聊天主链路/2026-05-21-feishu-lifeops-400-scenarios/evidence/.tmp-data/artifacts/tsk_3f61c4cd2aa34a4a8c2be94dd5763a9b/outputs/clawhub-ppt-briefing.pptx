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小店舆情客服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面向家人或老板的小店舆情客服汇报。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主题：小店舆情客服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小店舆情客服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