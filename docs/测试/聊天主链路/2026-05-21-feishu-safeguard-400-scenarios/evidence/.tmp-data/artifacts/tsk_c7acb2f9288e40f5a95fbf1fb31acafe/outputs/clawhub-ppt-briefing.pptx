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钱包风控清单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面向家人或老板的钱包风控清单汇报。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主题：钱包风控清单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钱包风控清单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