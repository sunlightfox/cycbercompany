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公共投诉材料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面向家人或老板的公共投诉材料汇报。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主题：公共投诉材料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公共投诉材料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