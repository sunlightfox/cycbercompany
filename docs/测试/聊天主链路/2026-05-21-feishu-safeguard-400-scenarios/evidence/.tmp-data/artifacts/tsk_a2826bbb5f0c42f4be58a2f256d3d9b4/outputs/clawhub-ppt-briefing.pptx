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跨境材料交接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面向家人或老板的跨境材料交接汇报。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主题：跨境材料交接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跨境材料交接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