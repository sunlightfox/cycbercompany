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家族资产核对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面向家人或老板的家族资产核对汇报。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主题：家族资产核对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家族资产核对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