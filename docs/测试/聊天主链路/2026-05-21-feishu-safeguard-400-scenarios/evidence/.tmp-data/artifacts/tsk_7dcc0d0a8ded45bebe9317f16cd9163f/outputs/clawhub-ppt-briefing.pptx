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社区投票复盘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面向家人或老板的社区投票复盘汇报。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主题：社区投票复盘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社区投票复盘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