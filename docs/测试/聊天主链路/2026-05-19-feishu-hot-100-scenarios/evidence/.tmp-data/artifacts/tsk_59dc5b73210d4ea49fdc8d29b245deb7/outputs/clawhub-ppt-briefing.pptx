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增长复盘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面向管理层的Q2 增长复盘汇报。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主题：Q2 增长复盘</a:t>
            </a:r>
          </a:p>
          <a:p>
            <a:pPr/>
            <a:r>
              <a:rPr sz="2000"/>
              <a:t>对象：管理层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Q2 增长复盘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