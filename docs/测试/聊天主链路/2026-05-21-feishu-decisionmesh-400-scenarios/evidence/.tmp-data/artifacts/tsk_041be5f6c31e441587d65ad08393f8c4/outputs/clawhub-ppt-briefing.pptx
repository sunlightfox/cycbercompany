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资产清点交接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面向家人或老板的资产清点交接汇报。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主题：资产清点交接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资产清点交接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