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志愿排班复盘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面向家人或老板的志愿排班复盘汇报。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主题：志愿排班复盘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志愿排班复盘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