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家庭会议纪要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面向家人或老板的家庭会议纪要汇报。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主题：家庭会议纪要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家庭会议纪要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