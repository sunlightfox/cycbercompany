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跨平台发布计划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面向家人或老板的跨平台发布计划汇报。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主题：跨平台发布计划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跨平台发布计划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