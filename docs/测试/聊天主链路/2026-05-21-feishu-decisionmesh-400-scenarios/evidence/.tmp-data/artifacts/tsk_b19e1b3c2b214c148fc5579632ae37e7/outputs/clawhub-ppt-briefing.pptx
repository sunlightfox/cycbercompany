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志愿活动排期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面向家人或老板的志愿活动排期汇报。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主题：志愿活动排期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志愿活动排期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