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银行卡盗刷申诉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面向家人或老板的银行卡盗刷申诉汇报。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主题：银行卡盗刷申诉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银行卡盗刷申诉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