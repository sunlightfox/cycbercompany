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劳动争议证据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面向家人或老板的劳动争议证据汇报。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主题：劳动争议证据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劳动争议证据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