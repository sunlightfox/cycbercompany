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网暴取证复盘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面向家人或老板的网暴取证复盘汇报。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主题：网暴取证复盘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网暴取证复盘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