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家庭旅行预算与待确认事项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面向家人的家庭旅行预算与待确认事项汇报。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主题：家庭旅行预算与待确认事项</a:t>
            </a:r>
          </a:p>
          <a:p>
            <a:pPr/>
            <a:r>
              <a:rPr sz="2000"/>
              <a:t>对象：家人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家庭旅行预算与待确认事项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