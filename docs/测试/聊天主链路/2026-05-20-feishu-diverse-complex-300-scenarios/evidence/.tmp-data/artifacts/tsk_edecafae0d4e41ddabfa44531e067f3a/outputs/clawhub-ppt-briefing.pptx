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你刚才产出的是演示文稿吗？简短回答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你刚才产出的是演示文稿吗？简短回答汇报。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主题：你刚才产出的是演示文稿吗？简短回答</a:t>
            </a:r>
          </a:p>
          <a:p>
            <a:pPr/>
            <a:r>
              <a:rPr sz="2000"/>
              <a:t>对象：相关决策方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你刚才产出的是演示文稿吗？简短回答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