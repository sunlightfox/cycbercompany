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老人防诈清单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面向家人或老板的老人防诈清单汇报。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主题：老人防诈清单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老人防诈清单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