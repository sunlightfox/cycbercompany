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跨境远程工作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面向家人或老板的跨境远程工作汇报。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主题：跨境远程工作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跨境远程工作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