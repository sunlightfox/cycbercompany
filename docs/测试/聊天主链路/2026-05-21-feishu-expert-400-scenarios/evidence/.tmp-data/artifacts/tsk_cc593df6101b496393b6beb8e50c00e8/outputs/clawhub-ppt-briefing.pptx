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云服务账单治理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面向家人或老板的云服务账单治理汇报。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主题：云服务账单治理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云服务账单治理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