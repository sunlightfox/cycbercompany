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车险理赔准备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面向家人或老板的车险理赔准备汇报。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主题：车险理赔准备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车险理赔准备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