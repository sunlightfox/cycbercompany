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网课退费复盘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面向家人或老板的网课退费复盘汇报。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主题：网课退费复盘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网课退费复盘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