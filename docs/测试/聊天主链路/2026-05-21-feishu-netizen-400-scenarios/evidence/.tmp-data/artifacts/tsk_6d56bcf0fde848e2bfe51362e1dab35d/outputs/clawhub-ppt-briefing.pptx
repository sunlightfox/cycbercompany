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短租押金争议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面向家人或老板的短租押金争议汇报。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主题：短租押金争议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短租押金争议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