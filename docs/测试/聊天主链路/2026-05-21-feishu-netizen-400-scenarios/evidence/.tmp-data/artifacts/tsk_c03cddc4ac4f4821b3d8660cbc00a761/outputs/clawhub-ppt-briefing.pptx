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二手交易纠纷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面向家人或老板的二手交易纠纷汇报。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主题：二手交易纠纷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二手交易纠纷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