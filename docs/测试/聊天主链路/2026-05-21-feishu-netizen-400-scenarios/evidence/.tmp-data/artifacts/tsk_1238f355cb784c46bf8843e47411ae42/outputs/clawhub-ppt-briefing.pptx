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医美退款复盘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面向家人或老板的医美退款复盘汇报。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背景与目标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主题：医美退款复盘</a:t>
            </a:r>
          </a:p>
          <a:p>
            <a:pPr/>
            <a:r>
              <a:rPr sz="2000"/>
              <a:t>对象：家人或老板</a:t>
            </a:r>
          </a:p>
          <a:p>
            <a:pPr/>
            <a:r>
              <a:rPr sz="2000"/>
              <a:t>明确决策问题和成功标准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关键进展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医美退款复盘 的阶段性进展</a:t>
            </a:r>
          </a:p>
          <a:p>
            <a:pPr/>
            <a:r>
              <a:rPr sz="2000"/>
              <a:t>当前状态</a:t>
            </a:r>
          </a:p>
          <a:p>
            <a:pPr/>
            <a:r>
              <a:rPr sz="2000"/>
              <a:t>关键数据与证据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数据与洞察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核心指标变化</a:t>
            </a:r>
          </a:p>
          <a:p>
            <a:pPr/>
            <a:r>
              <a:rPr sz="2000"/>
              <a:t>主要原因</a:t>
            </a:r>
          </a:p>
          <a:p>
            <a:pPr/>
            <a:r>
              <a:rPr sz="2000"/>
              <a:t>值得关注的信号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风险与下一步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rPr sz="2000"/>
              <a:t>主要风险</a:t>
            </a:r>
          </a:p>
          <a:p>
            <a:pPr/>
            <a:r>
              <a:rPr sz="2000"/>
              <a:t>缓解动作</a:t>
            </a:r>
          </a:p>
          <a:p>
            <a:pPr/>
            <a:r>
              <a:rPr sz="2000"/>
              <a:t>负责人和时间点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